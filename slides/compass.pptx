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9456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B0B0B"/>
                </a:solidFill>
              </a:defRPr>
            </a:pPr>
            <a:r>
              <a:t>Distributed communication on a GB300 pair: measure, diagnose, one change, proof</a:t>
            </a:r>
          </a:p>
          <a:p>
            <a:pPr>
              <a:defRPr sz="1800">
                <a:solidFill>
                  <a:srgbClr val="52514E"/>
                </a:solidFill>
              </a:defRPr>
            </a:pPr>
            <a:r>
              <a:t>NCCL all-reduce · NVLink vs RDMA vs TCP · DDP scaling · NCCL_IB_QPS_PER_CONNECTION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1 · Architecture and design choices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Two GB300 trays (4 GPUs + 4 RDMA rail VFs each) leased from a shared Slurm pool; k3s + Cilium via the vendored bootstrap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GPUs through the NVIDIA DRA driver (ResourceClaim, DeviceClass gpu.nvidia.com); NICs through a dranet fork: IPVLAN children of the rail VFs, RDMA reached in shared netns mode — nothing leaves the host, no hostNetwork anywhere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One image (thin layer on NGC PyTorch), one Indexed Job per cell, torchrun 2×4 ranks, rendezvous via a headless Service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Every run writes a schema-validated result.json + per-rank CSV; a 1 Hz watcher samples the RDMA, NIC and DCGM counters behind the numbers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CI: ruff, pytest (no GPU), manifest drift check, Terraform validate, analysis smoke; arm64 image to ghcr.io (mirrored to Quay)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Observability: host exporters (DCGM :9400, RDMA :9500, NVLink :9600, node :9100) shipped to Grafana Cloud by Terraform-managed Alloy; one fabric dashboard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2 · Baseline: all-reduce vs message size, three transports</a:t>
            </a:r>
          </a:p>
        </p:txBody>
      </p:sp>
      <p:pic>
        <p:nvPicPr>
          <p:cNvPr id="3" name="Picture 2" descr="size_vs_bus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949440" cy="41420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188720"/>
            <a:ext cx="4206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Bus bandwidth rises with message size until the pipeline is full: fixed per-collective latency dominates small messages, the wire dominates large ones</a:t>
            </a:r>
          </a:p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Transport is proven from NCCL's own channel report (P2P/MNNVL · NET/IB/GDRDMA · NET/Socket), not inferred from speed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5120640"/>
          <a:ext cx="694944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9888"/>
                <a:gridCol w="1389888"/>
                <a:gridCol w="1389888"/>
                <a:gridCol w="1389888"/>
                <a:gridCol w="1389888"/>
              </a:tblGrid>
              <a:tr h="274319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nvlink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rdma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tcp-rail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91.7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16MiB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73.1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2 · Baseline: small messages are latency-bound</a:t>
            </a:r>
          </a:p>
        </p:txBody>
      </p:sp>
      <p:pic>
        <p:nvPicPr>
          <p:cNvPr id="3" name="Picture 2" descr="small_message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949440" cy="466847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5120640"/>
          <a:ext cx="694944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6480"/>
                <a:gridCol w="2316480"/>
                <a:gridCol w="2316480"/>
              </a:tblGrid>
              <a:tr h="274319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nvlink_us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rdma_us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4KiB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56.2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8KiB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66.6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16KiB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85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32KiB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82.4</a:t>
                      </a:r>
                    </a:p>
                  </a:txBody>
                  <a:tcPr/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64KiB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93.7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2 · Scaling: the DDP workload at 1 → 8 GPUs</a:t>
            </a:r>
          </a:p>
        </p:txBody>
      </p:sp>
      <p:pic>
        <p:nvPicPr>
          <p:cNvPr id="3" name="Picture 2" descr="scaling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949440" cy="43676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188720"/>
            <a:ext cx="4206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Efficiency = throughput / (N × single-GPU throughput); the comm fraction is NCCL kernel time over step time from torch.profiler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5120640"/>
          <a:ext cx="694944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9120"/>
                <a:gridCol w="579120"/>
                <a:gridCol w="579120"/>
                <a:gridCol w="579120"/>
                <a:gridCol w="579120"/>
                <a:gridCol w="579120"/>
                <a:gridCol w="579120"/>
                <a:gridCol w="579120"/>
                <a:gridCol w="579120"/>
                <a:gridCol w="579120"/>
                <a:gridCol w="579120"/>
                <a:gridCol w="579120"/>
              </a:tblGrid>
              <a:tr h="274319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run_id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gpus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nodes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transport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path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samples_per_s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step_s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step_p90_s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comm_fraction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speedup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efficiency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bucket_cap_mb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e3-g1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nvlink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local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25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e3-g2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nvlink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0.0225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0.0225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25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e3-g4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nvlink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1.19e+03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0.779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0.782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25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e3-g8-nvlink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nvlink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nvlink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2.8e+03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0.0228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0.0228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0.696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25</a:t>
                      </a:r>
                    </a:p>
                  </a:txBody>
                  <a:tcPr/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e3-g8-rdma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rdma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rdma_gdr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2.09e+03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0.0306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0.0311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0.912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0.686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3 · Diagnosis: where accelerator time goes</a:t>
            </a:r>
          </a:p>
        </p:txBody>
      </p:sp>
      <p:pic>
        <p:nvPicPr>
          <p:cNvPr id="3" name="Picture 2" descr="rails_vs_bus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949440" cy="43864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188720"/>
            <a:ext cx="4206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Evidence: bytes on the wire (port_xmit_data, verified against ethtool) equal the two-node minimum S per direction; one rail carried 411 Gb/s — so a rail is a 4-plane 800 Gb/s port, not the 200 Gb/s sysfs reports</a:t>
            </a:r>
          </a:p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RDMA path scales with rails claimed (1 → 2 → 4) and each rail sits at ~55 % of 800 Gb/s; CNP/ECN/out-of-sequence counters flat; NIC and GPU at PCIe Gen6 x16 → not the wire, not congestion, not PCIe</a:t>
            </a:r>
          </a:p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What remains: the per-rail injection path (one NCCL connection per GPU–NIC pair, GDR across the Grace socket over C2C) — a narrowed hypothesis, with the next experiment named (channels per NIC, GPU–NIC placement)</a:t>
            </a:r>
          </a:p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Cross-tray NVLink at 835 GB/s is ~2× the four rails together: the topology decides the transport, the transport decides the ceiling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5120640"/>
          <a:ext cx="694944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37360"/>
                <a:gridCol w="1737360"/>
                <a:gridCol w="1737360"/>
              </a:tblGrid>
              <a:tr h="274319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rails1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rails2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rails4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20.3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17.5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51.3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91.7</a:t>
                      </a:r>
                    </a:p>
                  </a:txBody>
                  <a:tcPr/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16MiB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117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4 · Optimization: NCCL_IB_QPS_PER_CONNECTION</a:t>
            </a:r>
          </a:p>
        </p:txBody>
      </p:sp>
      <p:pic>
        <p:nvPicPr>
          <p:cNvPr id="3" name="Picture 2" descr="before_after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949440" cy="339511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188720"/>
            <a:ext cx="4206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Baseline: 1 QP per connection on the RDMA path</a:t>
            </a:r>
          </a:p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Hypothesis (written before the run): a single QP per peer leaves rail bandwidth idle (rails at ~55 %); more QPs spread the flow and raise busbw; trade-off is per-QP state and out-of-order handling (out_of_sequence, packet_seq_err)</a:t>
            </a:r>
          </a:p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Change: QPS_PER_CONNECTION 1 → 2 → 4 with SPLIT_DATA_ON_QPS=1; 5 repeats each at 16 MiB / 512 MiB / 4 GiB; nothing else touched</a:t>
            </a:r>
          </a:p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Measurement: QPs=2 −4/−9/−8 %, QPs=4 −19/−32/−29 % (Welch p &lt; 0.001 at every size for QPs=4); counter window at QPs=4: 338 Gb/s per rail vs 482, reordering and congestion counters still zero</a:t>
            </a:r>
          </a:p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Conclusion — negative: the headroom is real but this knob cannot reach it; splitting messages across QPs shrinks each work request. Keep the default; the ceiling is on the injection side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5120640"/>
          <a:ext cx="694944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4944"/>
                <a:gridCol w="694944"/>
                <a:gridCol w="694944"/>
                <a:gridCol w="694944"/>
                <a:gridCol w="694944"/>
                <a:gridCol w="694944"/>
                <a:gridCol w="694944"/>
                <a:gridCol w="694944"/>
                <a:gridCol w="694944"/>
                <a:gridCol w="694944"/>
              </a:tblGrid>
              <a:tr h="274319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qps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busbw_mean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busbw_std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busbw_min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busbw_max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spread_pct_mean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delta_pct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p_value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16MiB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0.418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16MiB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0.219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-4.31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0.0064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16MiB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0.853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79.1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-18.5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512MiB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0.287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512MiB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0.307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-8.94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5 · Sensitivity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GPUDirect off (−38 %, same bytes on the wire, 1.6× the time), buffer sizes (noise), NVLS vs Ring on NVLink (474 vs 388 GB/s algbw), Tree invalid for the all-gather, socket threads (7× on TCP)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DDP bucket 25 → 200 MiB over the rails: 2090 → 2769 samples/s (+32 %), comm fraction 91 % → 32 % — change how often you talk before how you talk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0" y="1188720"/>
          <a:ext cx="548640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274319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run_id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16MiB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512MiB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4GiB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e5-algo-nvls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830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e5-algo-ring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679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e5-buffsize16m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393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e5-buffsize4m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419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e5-counters-gdr-off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253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e5-counters-nvlink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833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e5-counters-rails1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87.8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e5-counters-rdma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410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e5-counters-rdma-qps4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301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e5-gdr-off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247</a:t>
                      </a:r>
                    </a:p>
                  </a:txBody>
                  <a:tcPr/>
                </a:tc>
              </a:tr>
              <a:tr h="27433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e5-sock-nthreads4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29.4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5 · Extending to production multi-node GPU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Same manifests scale by nnodes: one pod per tray, one claim per pod; rails per pod and GID discovery stay per-node decisions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Fleet health: the counters watched here (rail bytes, CNPs, pause, NVLink errors, transport fallbacks) become alert rules; a silent NET/Socket fallback is a FAIL, not a slow run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Gang scheduling (Kueue) and topology labels (NVLink clique, fabric block) place jobs where the fast path exists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Rack-scale: multi-node NVLink inside the clique, the rails between racks; floors are calibrated per width and message size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